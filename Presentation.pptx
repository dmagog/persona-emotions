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2743200" cy="0"/>
          </a:xfrm>
          <a:prstGeom prst="line">
            <a:avLst/>
          </a:prstGeom>
          <a:noFill/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31520" y="5760720"/>
            <a:ext cx="1097280" cy="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Научная практика — 2-й семестр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515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6400" b="1" dirty="0">
                <a:solidFill>
                  <a:srgbClr val="FFFFFF"/>
                </a:solidFill>
                <a:latin typeface="DejaVu Serif" pitchFamily="34" charset="0"/>
                <a:ea typeface="DejaVu Serif" pitchFamily="34" charset="-122"/>
                <a:cs typeface="DejaVu Serif" pitchFamily="34" charset="-120"/>
              </a:rPr>
              <a:t>Векторы эмоций</a:t>
            </a:r>
            <a:endParaRPr lang="en-US" sz="6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400" b="1" dirty="0">
                <a:solidFill>
                  <a:srgbClr val="FFFFFF"/>
                </a:solidFill>
                <a:latin typeface="DejaVu Serif" pitchFamily="34" charset="0"/>
                <a:ea typeface="DejaVu Serif" pitchFamily="34" charset="-122"/>
                <a:cs typeface="DejaVu Serif" pitchFamily="34" charset="-120"/>
              </a:rPr>
              <a:t>в LLM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Стиринг проигрывает промптингу на базе — </a:t>
            </a:r>
            <a:pPr indent="0" marL="0">
              <a:buNone/>
            </a:pPr>
            <a:r>
              <a:rPr lang="en-US" sz="2200" i="1" dirty="0">
                <a:solidFill>
                  <a:srgbClr val="FFFFFF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выигрывает в арифметике эмоций.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Активационный стиринг 7 эмоций ISEAR · Gemma-2-2b · n = 56 · 2 судьи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Uliana Kliuchnikova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6217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Georgy Mamarin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03520" y="6263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github.com/dmagog/persona-emotions  ·  ветка emotion-encoder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Зачем эмоции и что спрашиваем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Переносится ли активационный стиринг с черт личности на «текучие» эмоции?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94360" y="2377440"/>
            <a:ext cx="2743200" cy="356616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377440"/>
            <a:ext cx="64008" cy="35661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651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31546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Управляемость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вектором навести эмоцию?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474720" y="2377440"/>
            <a:ext cx="2743200" cy="356616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474720" y="2377440"/>
            <a:ext cx="64008" cy="35661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749040" y="2651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49040" y="31546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Специфичность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749040" y="4434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Растёт целевая эмоция или «аффект вообще»?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55080" y="2377440"/>
            <a:ext cx="2743200" cy="356616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355080" y="2377440"/>
            <a:ext cx="64008" cy="35661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629400" y="2651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31546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Структура и SAE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629400" y="4434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векторы скоррелированы? Есть ли разреженное представление?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9235440" y="2377440"/>
            <a:ext cx="2743200" cy="3566160"/>
          </a:xfrm>
          <a:prstGeom prst="rect">
            <a:avLst/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235440" y="2377440"/>
            <a:ext cx="64008" cy="356616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509760" y="26517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ГЛАВНЫЙ ВКЛАД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509760" y="31546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Ценность над промптингом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9509760" y="4434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стиринг, чего не даёт инструкция?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14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Архитектура исследования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→ измерение → векторы → стиринг → специфичность → расщепление (SAE) → композиция → контроли.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0_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103120"/>
            <a:ext cx="1069848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· ИЗМЕРЕНИЕ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мерим и чем мерим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эмоций ISEAR, контрастные pos/neg пары; два независимых измерителя.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эмоций ISEAR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905 / 1000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 прошли judge-фильтр (порог 60)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480060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Qwen2.5-3B → контрастные pos / neg ответы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~50–60 сценариев на эмоцию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для отбора, held-out для оценки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63640" y="2103120"/>
            <a:ext cx="0" cy="411480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37960" y="22402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НЕЗАВИСИМЫХ МЕРИЛА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Энкодер-классификатор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537960" y="3200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roberta-go_emotions → 7 ISEAR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37960" y="36576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AUC 0.697 (все &gt; 0.5)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слепая зона: guilt и disgust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4663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LLM-судья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37960" y="5166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 · 0–100 single-emotion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37960" y="56235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покрывает все 7 эмоций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2-й судья: Pearson 0.90, κ 0.82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· § 3, § 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Стиринг работает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Добавление вектора в residual stream на нейтральных промптах надёжно наводит целевую эмоцию.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0.033  →  0.226  →  0.465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anger-скор при coeff 0 / 4 / 8 — монотонно вверх, выше pos-инструкции (0.362).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1106424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45720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/ 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значимых диагоналей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 без 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43400" y="45720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82 / 100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343400" y="54864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связность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3400" y="5897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не ломается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5720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= 56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138160" y="54864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выборка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38160" y="58978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судья на held-out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ВЕКТОРЫ · §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 7 векторов подозрительно похожи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mean(pos) − mean(neg) даёт 7 направлений. Их косинусы — высокие и положительные. Что же мы стирим?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1_cosines_qw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566928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0" y="2194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ЧТЕНИЕ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0" y="25603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 0.45–0.86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58368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косинусы положительны.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0" y="397764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ось ~80% дисперсии — «эмоциональность vs нейтрально»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остатке — валентность (Spearman +0.4…+0.7)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 обособлен; arousal не виден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· § 8a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Специфичность — условная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7 диагоналей значимы, но target=argmax только у 4/7. У disgust/guilt/sadness — fear-аггрегатор.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2_specificity_n5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583680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06640" y="21488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СУДЬЯ n = 56  ·  CI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0664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869680" y="2606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+59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78408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[+48, +69]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406640" y="2971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869680" y="2971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784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[+43, +69]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406640" y="3337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anger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869680" y="3337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784080" y="3337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[+36, +56]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406640" y="3703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869680" y="37033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978408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[+33, +57]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0664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disgust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869680" y="40690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+40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9784080" y="4069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[+29, +51]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406640" y="4434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guilt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869680" y="4434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978408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[+25, +52]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406640" y="4800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869680" y="4800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978408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[+27, +48]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7406640" y="5349240"/>
            <a:ext cx="429768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406640" y="5486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Аргмакс не на диагонали: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7406640" y="5806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disgust→fear, guilt→sadness, sadness→fear</a:t>
            </a:r>
            <a:endParaRPr lang="en-US" sz="3200" dirty="0"/>
          </a:p>
        </p:txBody>
      </p:sp>
      <p:sp>
        <p:nvSpPr>
          <p:cNvPr id="33" name="Text 30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· § 6–7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Контраст vs проекция: узкое место — метод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Методологический вклад: проекция направления на SAE не расщепляет, контраст активаций — расщепляет.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OFF-DIAG JACCARD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6400800" cy="77724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8346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проекция, наивная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94960" y="2834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6400800" cy="77724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3703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проекция, центрированная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94960" y="37033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48640" y="4572000"/>
            <a:ext cx="6400800" cy="777240"/>
          </a:xfrm>
          <a:prstGeom prst="rect">
            <a:avLst/>
          </a:prstGeom>
          <a:solidFill>
            <a:srgbClr val="1A1A1A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45720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контрастные активации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94960" y="45720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406640" y="2286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 НА ЭМОЦИЮ (top-k)</a:t>
            </a:r>
            <a:endParaRPr lang="en-US" sz="1400" dirty="0"/>
          </a:p>
        </p:txBody>
      </p:sp>
      <p:pic>
        <p:nvPicPr>
          <p:cNvPr id="18" name="Image 0" descr="/sessions/amazing-admiring-ritchie/mnt/semestr 2/persona-emotions/figures/fig3_topk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2697480"/>
            <a:ext cx="4297680" cy="24688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406640" y="525780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guilt — 1 фичи хватает (+42)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 — нужны все 20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большинству — 4–8 фич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48640" y="6355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Разреженность фич ≠ ортогональность направлений.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· § 7б · W2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расщепление не = специфичность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расщеплены по индексам, но при декоде в residual направления заново запутываются.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3657600" cy="384048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2560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Сырые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OFF-DIAG COS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+0.66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ОСТАТОК ОБЩЕЙ ОСИ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4343400" y="2286000"/>
            <a:ext cx="3657600" cy="384048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17720" y="2560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Центрированные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(raw − общая ось)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OFF-DIAG COS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1772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−0.16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4617720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ОСТАТОК ОБЩЕЙ ОСИ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1772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0.27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138160" y="2286000"/>
            <a:ext cx="3657600" cy="3840480"/>
          </a:xfrm>
          <a:prstGeom prst="rect">
            <a:avLst/>
          </a:prstGeom>
          <a:solidFill>
            <a:srgbClr val="ECE7E1"/>
          </a:solidFill>
          <a:ln w="12700">
            <a:solidFill>
              <a:srgbClr val="ECE7E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0" y="2560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SAE-фичи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(после декода)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OFF-DIAG COS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+0.61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8412480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ОСТАТОК ОБЩЕЙ ОСИ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5394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0.48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 SAE почти так же запутан, как сырой (+0.61 vs +0.66). Центрирование чище, но схлопывает sadness.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§ 8б · W7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Стиринг ≤ простой промптинг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задаче «навести эмоцию в нейтральном промпте» инструкция не уступает стирингу.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0" y="2194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ДИАГОНАЛЬ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09360" y="2194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ARGMAX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0" y="2194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ПРОТЕЧКА SADNESS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926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Стиринг (SAE)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365760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093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/ 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96112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+25  [+16, +34]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48640" y="3931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Промптинг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365760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0936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/ 7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961120" y="3931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+18  [+10, +27]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06424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48640" y="52578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6235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Активационный стиринг не превосходит инструкцию. Ценность ищем там, где промптинг бессилен — в арифметике векторов.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§ 9  ·  ГЛАВНЫЙ ВКЛАД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стиринг обходит промптинг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Дозируемый сплав и хирургическое вычитание эмоций — то, что инструкцией не получить.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7_composi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766560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2103120"/>
            <a:ext cx="64008" cy="132588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818120" y="2103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СПЛАВ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18120" y="24505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joy + sadness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818120" y="2999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вверх: joy +23, sadness +22.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589520" y="3566160"/>
            <a:ext cx="64008" cy="132588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18120" y="35661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СИСТЕМНО 5/5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18120" y="391363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 − sadness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818120" y="446227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гасит протечку. Кроме guilt — слит с sadness.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589520" y="5029200"/>
            <a:ext cx="64008" cy="1325880"/>
          </a:xfrm>
          <a:prstGeom prst="rect">
            <a:avLst/>
          </a:prstGeom>
          <a:solidFill>
            <a:srgbClr val="C84B31"/>
          </a:solidFill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818120" y="50292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ЗАОСТРЕНИЕ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537667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joy − sadness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818120" y="59253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 +41 → +56. sadness −17 → −34.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· § 9а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Off-distribution — жёсткий компромисс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фактологических промптах стиринг либо не пробивает инструкцию, либо ломает текст.</a:t>
            </a:r>
            <a:endParaRPr lang="en-US" sz="1700" dirty="0"/>
          </a:p>
        </p:txBody>
      </p:sp>
      <p:pic>
        <p:nvPicPr>
          <p:cNvPr id="7" name="Image 0" descr="/sessions/amazing-admiring-ritchie/mnt/semestr 2/persona-emotions/figures/fig5_offdist_tradeo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103120"/>
            <a:ext cx="6583680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06640" y="2240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СВИП КОЭФФИЦИЕНТА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06640" y="2743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 8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0664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связность 92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41832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эмоция ~ 0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7406640" y="3611880"/>
            <a:ext cx="4297680" cy="0"/>
          </a:xfrm>
          <a:prstGeom prst="line">
            <a:avLst/>
          </a:prstGeom>
          <a:noFill/>
          <a:ln w="3175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406640" y="3703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 16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406640" y="42062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связность 34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41832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эмоция +85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7406640" y="4572000"/>
            <a:ext cx="4297680" cy="0"/>
          </a:xfrm>
          <a:prstGeom prst="line">
            <a:avLst/>
          </a:prstGeom>
          <a:noFill/>
          <a:ln w="3175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406640" y="4663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 24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7406640" y="5166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связность 13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эмоция +82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406640" y="58064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Перебить инструкцию вектором можно только разрушив ответ.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 · 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040880" y="2926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мы выяснили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54480" y="1417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4 исследовательским вопросам.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3042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24028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Управляемость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846320" y="2240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Твёрдо.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0" y="22402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/ 7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2816352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0" y="3017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29535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Специфичность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846320" y="29535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✓, но протечка sadness.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869680" y="295351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+25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548640" y="3529584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373075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66674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Структура и SAE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846320" y="366674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Расщепили фичи, потеряли в декоде.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666744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0.25 / +0.61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48640" y="4242816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444398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63040" y="437997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Над промптингом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4846320" y="437997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базе нет. В композиции — да.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869680" y="4379976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+56 / −34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548640" y="4956048"/>
            <a:ext cx="11064240" cy="0"/>
          </a:xfrm>
          <a:prstGeom prst="line">
            <a:avLst/>
          </a:prstGeom>
          <a:noFill/>
          <a:ln w="6350">
            <a:solidFill>
              <a:srgbClr val="1A1A1A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5276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ВКЛАД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5687568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Методология. 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SAE-активаций расщепляет там, где проекция проваливается.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263640" y="5687568"/>
            <a:ext cx="5349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Применение. </a:t>
            </a:r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Композиционность — сплав и вычитание эмоций.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0698480" y="6446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PERSONA-EMOTIONS · INTERIM REPORT v1.0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0" y="292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ЗАКРЫТО / ПЛАН ФАЗЫ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560320" cy="0"/>
          </a:xfrm>
          <a:prstGeom prst="line">
            <a:avLst/>
          </a:prstGeom>
          <a:noFill/>
          <a:ln w="12700">
            <a:solidFill>
              <a:srgbClr val="C84B3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887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DejaVu Serif" pitchFamily="34" charset="0"/>
                <a:ea typeface="DejaVu Serif" pitchFamily="34" charset="-122"/>
                <a:cs typeface="DejaVu Serif" pitchFamily="34" charset="-120"/>
              </a:rPr>
              <a:t>Дальше: масштабирование +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DejaVu Serif" pitchFamily="34" charset="0"/>
                <a:ea typeface="DejaVu Serif" pitchFamily="34" charset="-122"/>
                <a:cs typeface="DejaVu Serif" pitchFamily="34" charset="-120"/>
              </a:rPr>
              <a:t>человеческая разметка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Композиционность — единственная ниша, где стиринг бьёт инструкцию. Усиливаем её, проверяем переносимость.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ЧТО ЗАКРЫЛИ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5440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 — SAE не специфичнее raw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 — промптинг-baseline покрыт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 — sadness +25 / fear-аггрегатор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W4/5/6 — второй судья, связность, top-k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3703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ФАЗА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42062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Человеческая разметка ~300 примеров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Стиринг против противоречащей инструкции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 на другие модели и слои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Естественные (не индуцированные) эмоции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989320"/>
            <a:ext cx="1106424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61722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760720" y="63550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github.com/dmagog/persona-emotions  ·  REPORT.md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Emotion steering vectors in LLMs</dc:title>
  <dc:subject>PptxGenJS Presentation</dc:subject>
  <dc:creator>Uliana Kliuchnikova, Georgy Mamarin</dc:creator>
  <cp:lastModifiedBy>Uliana Kliuchnikova, Georgy Mamarin</cp:lastModifiedBy>
  <cp:revision>1</cp:revision>
  <dcterms:created xsi:type="dcterms:W3CDTF">2026-05-30T10:51:55Z</dcterms:created>
  <dcterms:modified xsi:type="dcterms:W3CDTF">2026-05-30T10:51:55Z</dcterms:modified>
</cp:coreProperties>
</file>